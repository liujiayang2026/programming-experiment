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Classroom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教室登记管理系统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—— 项目报告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姓  名：__________________</a:t>
            </a:r>
          </a:p>
          <a:p>
            <a:pPr>
              <a:spcAft>
                <a:spcPts val="400"/>
              </a:spcAft>
              <a:defRPr sz="1400" b="0" i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学  号：__________________</a:t>
            </a:r>
          </a:p>
          <a:p>
            <a:pPr>
              <a:spcAft>
                <a:spcPts val="400"/>
              </a:spcAft>
              <a:defRPr sz="1400" b="0" i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日  期：__________________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15087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17319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📋 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传统教室管理依赖人工登记，效率低下且容易出错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借还教室流程不规范，缺乏统一管理系统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教室资源利用率低，存在空闲浪费现象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11064240" cy="15087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🎯  项目目标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开发一套命令行教室登记管理系统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实现教室的借出、归还、预约等核心功能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提供查询统计功能，提升教室管理效率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1064240" cy="150876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👥  目标用户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5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学校教务管理人员——日常教室调度与管理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教师与学生——快速查询可用教室并预约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系统管理员——维护系统数据与权限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功能模块图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200400" cy="7315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主菜单</a:t>
            </a:r>
            <a:br/>
            <a:r>
              <a:t>Classroom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194560" cy="59436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Borrow</a:t>
            </a:r>
            <a:br/>
            <a:r>
              <a:t>借出教室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17319" y="2240279"/>
            <a:ext cx="27432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560320"/>
            <a:ext cx="2194560" cy="59436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Return</a:t>
            </a:r>
            <a:br/>
            <a:r>
              <a:t>归还教室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886200" y="2240279"/>
            <a:ext cx="27432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2560320"/>
            <a:ext cx="2194560" cy="59436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View</a:t>
            </a:r>
            <a:br/>
            <a:r>
              <a:t>查看记录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355080" y="2240279"/>
            <a:ext cx="27432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2560320"/>
            <a:ext cx="2194560" cy="59436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Query</a:t>
            </a:r>
            <a:br/>
            <a:r>
              <a:t>查询功能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23959" y="2240279"/>
            <a:ext cx="27432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2560320"/>
            <a:ext cx="2194560" cy="59436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Reserve</a:t>
            </a:r>
            <a:br/>
            <a:r>
              <a:t>预约教室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2240279"/>
            <a:ext cx="27432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52044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输入教室号/姓名/学号</a:t>
            </a:r>
            <a:br/>
            <a:r>
              <a:t>自动记录时间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52044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输入教室号</a:t>
            </a:r>
            <a:br/>
            <a:r>
              <a:t>更新状态为空闲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52044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显示所有借还记录</a:t>
            </a:r>
            <a:br/>
            <a:r>
              <a:t>含状态标签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52044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按教室/用户/学号</a:t>
            </a:r>
            <a:br/>
            <a:r>
              <a:t>多维度查询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352044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输入时间段</a:t>
            </a:r>
            <a:br/>
            <a:r>
              <a:t>自动检测冲突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说明：主菜单共8个选项，涵盖借出、归还、查看、查询（教室/用户/学号）、预约、退出六大模块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蓝色框 = 一级功能模块  |  灰色框 = 功能说明  |  箭头 = 菜单层级关系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数据流向：用户输入 → 菜单路由 → 业务逻辑(registry.c) → 数据操作(classroom.c) → 控制台输出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用例图 &amp; 数据流图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用例图 (Use Case Diagram)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645920" cy="54864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👤 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7373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借出教室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7373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归还教室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查看记录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6517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按教室查询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517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按用户查询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51760"/>
            <a:ext cx="14630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按学号查询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566160"/>
            <a:ext cx="1463040" cy="4572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预约教室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顶层数据流图 (DFD Level-0)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28800"/>
            <a:ext cx="1463040" cy="914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146304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教室管理系统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828800"/>
            <a:ext cx="1463040" cy="9144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数据存储</a:t>
            </a:r>
            <a:br/>
            <a:r>
              <a:t>(Classroom[]/Record[])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46720" y="246888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601200" y="2468880"/>
            <a:ext cx="18288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输入/输出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读写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核心数据结构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4805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743200"/>
                <a:gridCol w="393192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结构体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核心字段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Classroom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struct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 panose="020B0609020204030204"/>
                        </a:defRPr>
                      </a:pPr>
                      <a:r>
                        <a:t>id, name[50], isOccupied, borrower[50], student_id[20]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存储10间教室的实时状态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 panose="020B0609020204030204"/>
                        </a:defRPr>
                      </a:pPr>
                      <a:r>
                        <a:t>classroom[50], borrower[50], student_id[20], isReturned, isReservation, borrowTime, returnTime, reserveStartTime, reserveEndTime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存储所有借还与预约记录（最多100条）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数据结构详解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① Classroom 结构体 —— 教室状态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typedef struct {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int   id;              // 教室编号 (1-10)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name[50];        // 教室名称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int   isOccupied;      // 是否被占用 (0/1)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borrower[50];    // 借用人姓名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student_id[20];  // 学号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} Classroom;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② Record 结构体 —— 借还/预约记录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typedef struct {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  classroom[50];      // 教室名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  borrower[50];       // 借用人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char    student_id[20];     // 学号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int     isReturned;         // 是否已还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int     isReservation;      // 是否预约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 borrowTime;         // 借出时间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 returnTime;         // 归还时间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 reserveStartTime;   // 预约开始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 reserveEndTime;     // 预约结束</a:t>
            </a:r>
          </a:p>
          <a:p>
            <a:pPr>
              <a:spcAft>
                <a:spcPts val="200"/>
              </a:spcAft>
              <a:defRPr sz="11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} Record;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isReservation 标志位区分"借还记录"与"预约记录"，两者共用同一 Record 结构体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time_t 类型统一存储时间戳，支持跨天、跨月的时间比较与格式化输出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全局数组 classrooms[10] + records[100] 实现内存级数据管理，无需外部数据库</a:t>
            </a:r>
          </a:p>
          <a:p>
            <a:pPr>
              <a:spcAft>
                <a:spcPts val="600"/>
              </a:spcAft>
              <a:defRPr sz="14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所有字符串字段使用固定长度 char[] 而非指针，避免动态内存管理的复杂性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13258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1325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498DB"/>
                </a:solidFill>
                <a:latin typeface="Consolas" panose="020B0609020204030204"/>
              </a:defRPr>
            </a:pPr>
            <a:r>
              <a:t>borrowClassroom()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借出教室：选择教室号 → 输入姓名学号 → 自动记录借出时间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13258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AE60"/>
                </a:solidFill>
                <a:latin typeface="Consolas" panose="020B0609020204030204"/>
              </a:defRPr>
            </a:pPr>
            <a:r>
              <a:t>returnClassroom()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归还教室：选择教室号 → 自动标记已归还 → 记录归还时间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5303520" cy="13258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73152" cy="1325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74C3C"/>
                </a:solidFill>
                <a:latin typeface="Consolas" panose="020B0609020204030204"/>
              </a:defRPr>
            </a:pPr>
            <a:r>
              <a:t>reserveClassroom()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预约教室：输入时间段 → 校验合法性 → 检测冲突 → 创建预约记录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303520" cy="13258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80360"/>
            <a:ext cx="73152" cy="1325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E44AD"/>
                </a:solidFill>
                <a:latin typeface="Consolas" panose="020B0609020204030204"/>
              </a:defRPr>
            </a:pPr>
            <a:r>
              <a:t>addRecord()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添加记录：将借出信息写入 records[] 数组，更新教室状态为已占用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5303520" cy="13258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73152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7E22"/>
                </a:solidFill>
                <a:latin typeface="Consolas" panose="020B0609020204030204"/>
              </a:defRPr>
            </a:pPr>
            <a:r>
              <a:t>displayAllRecords()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查看记录：遍历所有记录，区分借还/预约类型，显示状态标签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80560"/>
            <a:ext cx="5303520" cy="13258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80560"/>
            <a:ext cx="73152" cy="1325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BC9C"/>
                </a:solidFill>
                <a:latin typeface="Consolas" panose="020B0609020204030204"/>
              </a:defRPr>
            </a:pPr>
            <a:r>
              <a:t>queryByStudentID()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学号查询：按学号检索所有关联记录，支持模糊匹配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关键难点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难点 1：冲突检测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39"/>
            <a:ext cx="5303520" cy="502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🔴 Problem：预约教室时需确保时间段不与已有预约重叠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40280"/>
            <a:ext cx="5303520" cy="5029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🟢 Solution：使用区间重叠算法：检查新区间 [S,E] 是否与已有区间 [s,e] 相交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53035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💡 Key Insight：核心逻辑：!(E &lt; s || S &gt; e) 判断两区间是否有交集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29000"/>
            <a:ext cx="53035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50292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int hasReservationConflict(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const char* classroom,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startTime,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time_t endTime)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for (i=0; i&lt;recordCount; i++) {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if (!(endTime &lt; records[i].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    reserveStartTime ||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    startTime &gt; records[i].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    reserveEndTime))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  return 1; // 冲突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return 0; // 无冲突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难点 2：过去时间限制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39"/>
            <a:ext cx="5303520" cy="502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🔴 Problem：用户可能输入过去的日期时间，导致无效预约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40280"/>
            <a:ext cx="5303520" cy="5029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🟢 Solution：在解析时间后与当前时间 time(NULL) 比较，拒绝过去的时间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88920"/>
            <a:ext cx="53035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💡 Key Insight：简单但关键：`if (startTime &lt;= now) return error;` 防止历史预约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429000"/>
            <a:ext cx="53035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520440"/>
            <a:ext cx="50292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now = time(NULL);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if (startTime &lt;= now) {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printMessageBox(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"Start time must be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   in the future.");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  return;</a:t>
            </a:r>
          </a:p>
          <a:p>
            <a:pPr>
              <a:spcAft>
                <a:spcPts val="200"/>
              </a:spcAft>
              <a:defRPr sz="900" b="0" i="0">
                <a:solidFill>
                  <a:srgbClr val="000000"/>
                </a:solidFill>
                <a:latin typeface="Consolas" panose="020B0609020204030204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关键难点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65760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28016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时间格式解析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用户输入 "MM-DD-HH" 格式，需手动解析为 time_t。使用 sscanf 拆分月/日/时，结合当前年份构造 tm 结构体，调用 mktime() 转换。注意处理闰年、跨月等边界情况。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65760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128016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预约与借还的互斥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当前时间处于预约时段内的教室不可被借出。borrowClassroom() 中先调用 isRoomReservedAtTime() 检查，若教室已被预约则拒绝借出操作，确保预约优先级。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65760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0" y="1280160"/>
            <a:ext cx="457200" cy="45720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BC9C"/>
                </a:solidFill>
                <a:latin typeface="微软雅黑" panose="020B0503020204020204" charset="-122"/>
              </a:defRPr>
            </a:pPr>
            <a:r>
              <a:t>归还记录的匹配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归还时需找到最近一条"未归还的借出记录"来更新状态。returnClassroomRecord() 从 recordCount-1 逆序遍历，匹配教室名 + 非预约 + 未归还三个条件，确保更新正确的记录。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预约状态机（now 与 reserveStart/End 比较）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286000" y="4160520"/>
          <a:ext cx="7589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now &lt; startTime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startTime ≤ now ≤ endTime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now &gt; endTime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微软雅黑" panose="020B0503020204020204" charset="-122"/>
                        </a:defRPr>
                      </a:pPr>
                      <a:r>
                        <a:t>Upcoming (即将到来)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微软雅黑" panose="020B0503020204020204" charset="-122"/>
                        </a:defRPr>
                      </a:pPr>
                      <a:r>
                        <a:t>In Progress (进行中)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微软雅黑" panose="020B0503020204020204" charset="-122"/>
                        </a:defRPr>
                      </a:pPr>
                      <a:r>
                        <a:t>Expired (已过期)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预约尚未开始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当前处于预约时段内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 panose="020B0503020204020204" charset="-122"/>
                        </a:defRPr>
                      </a:pPr>
                      <a:r>
                        <a:t>预约已结束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🔑 难点小结：五大难点涵盖 时间处理、冲突检测、状态管理、输入解析、数据匹配 五个核心领域，体现了命令行系统设计的典型挑战与工程实践。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运行截图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主菜单界面</a:t>
            </a:r>
            <a:br/>
            <a:br/>
            <a:r>
              <a:t>（待补充实际截图）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借出教室操作</a:t>
            </a:r>
            <a:br/>
            <a:br/>
            <a:r>
              <a:t>（待补充实际截图）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归还教室操作</a:t>
            </a:r>
            <a:br/>
            <a:br/>
            <a:r>
              <a:t>（待补充实际截图）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查看所有记录</a:t>
            </a:r>
            <a:br/>
            <a:br/>
            <a:r>
              <a:t>（待补充实际截图）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84048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按教室查询</a:t>
            </a:r>
            <a:br/>
            <a:br/>
            <a:r>
              <a:t>（待补充实际截图）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4048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📷 预约教室流程</a:t>
            </a:r>
            <a:br/>
            <a:br/>
            <a:r>
              <a:t>（待补充实际截图）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演示流程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10/13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启动程序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运行程序，显示主菜单界面，8个功能选项清晰列出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400" y="2011680"/>
            <a:ext cx="137160" cy="2286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借出教室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 Borrow(1) → 输入教室号 → 输入姓名学号 → 系统记录时间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" y="2880360"/>
            <a:ext cx="137160" cy="2286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154679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54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查看记录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1546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 View Records(3) → 显示所有教室状态与借还历史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14400" y="3749039"/>
            <a:ext cx="137160" cy="2286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023359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预约教室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233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 Reserve(7) → 输入教室号 → 输入起止时间 → 冲突检测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14400" y="4617720"/>
            <a:ext cx="137160" cy="2286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查询操作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92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 Query(4/5/6) → 按教室/用户/学号查询 → 显示结果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14400" y="5486400"/>
            <a:ext cx="137160" cy="2286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76072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归还教室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选择 Return(2) → 输入教室号 → 自动更新状态与归还时间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特色与优势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11/13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本系统具备以下 10 项核心优势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7315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⏱️  实时时间记录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自动调用 time() 记录操作时间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🔍  多维查询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按教室/用户/学号精准检索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5303520" cy="7315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📅  预约管理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支持预约时段，自动冲突检测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53035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🛡️  输入校验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多层输入验证，防止非法操作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5303520" cy="7315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  状态可视化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清晰展示教室占用/空闲/预约状态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29000"/>
            <a:ext cx="53035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🔄  完整生命周期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借出→归还 全流程闭环管理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79"/>
            <a:ext cx="5303520" cy="7315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433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🧩  模块化设计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registry.c + classroom.c 职责分离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97679"/>
            <a:ext cx="53035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433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💾  内存数据管理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无需外部数据库，轻量高效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66360"/>
            <a:ext cx="5303520" cy="7315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📝  结构化记录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Record 结构体统一管理借还与预约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66360"/>
            <a:ext cx="53035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1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🚦  智能状态机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32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Upcoming/In Progress/Expired 三态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5486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✅  已完成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474720" cy="27432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教室借出与归还功能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多维度查询系统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预约与冲突检测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命令行交互界面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完整记录追踪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54864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📚  经验教训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7472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C语言结构体设计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时间处理与比较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区间重叠算法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状态机设计模式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输入校验最佳实践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54864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🚀  未来改进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27432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GUI 图形界面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数据库持久化存储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用户认证与权限管理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Web 远程访问</a:t>
            </a:r>
          </a:p>
          <a:p>
            <a:pPr>
              <a:spcAft>
                <a:spcPts val="600"/>
              </a:spcAft>
              <a:defRPr sz="1300" b="0" i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数据统计分析报表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4754880"/>
            <a:ext cx="2926080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--- 虚线表示未来改进为开放项，欢迎讨论 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93192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CCCCCC"/>
                </a:solidFill>
                <a:latin typeface="Arial" panose="020B0604020202020204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教室登记管理系统 - 项目报告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4457</Words>
  <Application>WPS 演示</Application>
  <PresentationFormat>On-screen Show (4:3)</PresentationFormat>
  <Paragraphs>444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32417</cp:lastModifiedBy>
  <cp:revision>2</cp:revision>
  <dcterms:created xsi:type="dcterms:W3CDTF">2013-01-27T09:14:00Z</dcterms:created>
  <dcterms:modified xsi:type="dcterms:W3CDTF">2026-05-11T15:06:26Z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40828148309D4EE4985314152E8DD7CE</vt:lpwstr>
  </property>
  <property fmtid="{D5CDD505-2E9C-101B-9397-08002B2CF9AE}" pid="3" name="KSOProductBuildVer">
    <vt:lpwstr>2052-11.8.2.12309</vt:lpwstr>
  </property>
</Properties>
</file>